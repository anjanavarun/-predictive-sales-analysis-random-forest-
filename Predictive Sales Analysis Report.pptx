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Urbanist" panose="020B0604020202020204" charset="0"/>
      <p:regular r:id="rId8"/>
      <p:bold r:id="rId9"/>
      <p:italic r:id="rId10"/>
      <p:boldItalic r:id="rId11"/>
    </p:embeddedFont>
    <p:embeddedFont>
      <p:font typeface="Urbanist SemiBol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9037" y="4726185"/>
            <a:ext cx="47339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31689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RETAIL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0316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Predictive Sales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Carseats Revenue Model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602235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Deploying a Random Forest classification model to forecast high-performing retail locations and optimize resource allocation.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4792" y="48500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8650" y="25303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051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Retail sales for child car seats vary significantly by store. The objective is to identify the socio-economic and store-level drivers of "High Sales" vs "Low Sales" to optimize stock distribution and marketing spend.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063" y="247173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396" y="46482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4648200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400 records, 11 variables — Store features, Demographics &amp; Categorical Sales Target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OBJECTIVE &amp; DATASET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BE5BA-35FF-4E26-A567-1C7F1F7AA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922" y="1180967"/>
            <a:ext cx="4921503" cy="51628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657225" y="2207467"/>
            <a:ext cx="41311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Algorithm Choice: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Random Forest Classifier utilized to handle mixed data types (categorical shelving locations, continuous pricing) and extract non-linear patterns.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571500" y="2328862"/>
            <a:ext cx="381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48521" y="3778249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80/20 train-test split applied.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114" y="44005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389" y="374568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09600" y="4355257"/>
            <a:ext cx="4059418" cy="190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Insight: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model revealed that in-store factors (like Shelf Location and Price relative to competitors) heavily outweigh macro-demographics like Urban/Rural status.</a:t>
            </a:r>
            <a:endParaRPr dirty="0"/>
          </a:p>
        </p:txBody>
      </p:sp>
      <p:sp>
        <p:nvSpPr>
          <p:cNvPr id="123" name="Google Shape;123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MODELING STRATEGY &amp; FEATURE IMPORTANCE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8D82D9-3DA6-1A86-7EE3-9B53FB721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278" y="2037434"/>
            <a:ext cx="6686894" cy="3797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43287"/>
            <a:ext cx="11049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097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7097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709737"/>
            <a:ext cx="3492549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66775" y="3738562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Metric Inference: Highly Balanced Forecasting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100512"/>
            <a:ext cx="1045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model performs exceptionally well across both categories, with a macro average F1-score of 0.87.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"So What?":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Precision of 0.88 for the "High" class means that when the model flags a store as a top performer, it is correct 88% of the time. This drastically reduces "False Positives," ensuring the company does not waste inventory or targeted marketing spend on stores that will ultimately underperform.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20050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87.50%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412825" y="2652712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OVERALL ACCURACY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45074" y="20050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0.88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48250" y="2652712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PRECISION (HIGH SALES)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3374" y="20050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0.88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950374" y="2652712"/>
            <a:ext cx="1847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RECALL (HIGH SALES)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METRICS &amp; BUSINESS INFERENCE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62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1440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Accuracy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4400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Random Forest ensemble achieved a highly reliable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87.50% accuracy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demonstrating balanced precision and recall across 80 test instances.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8622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4676775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76775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Store-level execution is the primary growth lever. Shelf positioning and competitive pricing are vastly more predictive of sales volume than regional demographics.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862262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43915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39150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 model to score new retail partnerships. Additionally, run a separate regression pipeline to forecast exact continuous unit sales rather than binary categories.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&amp; NEXT STEPS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2026-05-12T10:05:06Z</dcterms:modified>
</cp:coreProperties>
</file>